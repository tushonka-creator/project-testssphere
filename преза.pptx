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84E770-64AB-262B-4540-D7EBEF0C3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E0617A-FD00-0829-1F81-A020AE4D4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7DCF8A-6D65-4A1D-62AB-964F075FB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58AB-50B4-418F-98AC-A2B65AA7A0D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E779BD-91E2-59D8-A0C2-0F8606398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EC0871-4F2B-8805-AB30-FD2A6FC2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31D3A-55F5-4B6F-8ECE-781409401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64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AF8B2-C29A-2060-C9FC-50966418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A0D9C7-6E13-7F20-B8CC-833E9EBFC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2DC2BA-8632-201D-56F1-E4A44BAB2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58AB-50B4-418F-98AC-A2B65AA7A0D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C16567-30D5-77F9-1549-528B6773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A1FFC0-9AFD-CA3F-46A5-931798F8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31D3A-55F5-4B6F-8ECE-781409401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966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393F1-5E53-E29F-40C8-F04BC63AB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10A2A1-0615-5984-7C48-C53CE8A66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ACB32D-7F54-9DC7-2F7B-885FF9AE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58AB-50B4-418F-98AC-A2B65AA7A0D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A80918-6A5A-CF57-8D5E-923E1FA7D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1934EF-D6F2-D8DA-4C02-31176F95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31D3A-55F5-4B6F-8ECE-781409401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85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671DF-E4FB-B63D-9B91-34B024161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8C7270-0138-99F0-A4DC-21ADC5149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535524-D606-4CBD-DD8E-52D4EA41D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4B69F9-AA9B-8DA5-3F17-23620A4E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58AB-50B4-418F-98AC-A2B65AA7A0D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A787F1-2298-4F32-9F6C-1A771BDC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3F27E1-02D6-470D-A6E0-61E52044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31D3A-55F5-4B6F-8ECE-781409401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637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23328E-3270-E9FB-80C2-9898AAF9C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8086E2-5274-C978-5E22-411D363AA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FA0648-53D8-36EE-FE1C-7651ACC79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9C67B10-74DA-193C-877A-2B976FDE1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93678C-E4B7-8689-9A9C-AC5021D22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50ED11-D97F-1AB8-C9CE-E87C9ADB9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58AB-50B4-418F-98AC-A2B65AA7A0D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781EF3-E083-41BF-54A8-F7B3112C8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A6A0B0A-4309-FA91-F89A-621FA4E0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31D3A-55F5-4B6F-8ECE-781409401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36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8FB73-CB46-2298-77A7-353A5191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09693AB-AAA2-DCB7-3F28-07BBDF0F5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58AB-50B4-418F-98AC-A2B65AA7A0D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61341C3-8720-9377-438F-A7464A37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4A807D-21A3-7AD0-E18E-4A027858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31D3A-55F5-4B6F-8ECE-781409401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067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30F2EF3-EA98-EB70-B3D0-21E2505C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58AB-50B4-418F-98AC-A2B65AA7A0D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90551F-C98B-42F6-9D32-8DBC32273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34F29F-4111-7FEA-8F32-CB25F998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31D3A-55F5-4B6F-8ECE-781409401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069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BDA5C-E9C2-21EF-B61E-F36677F2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D6EE05-B48B-7D62-E970-68E2D5801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F9608D-C7F7-C1BE-DEC2-24982EDDA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0010BF-3606-14F5-A35E-DFC44635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58AB-50B4-418F-98AC-A2B65AA7A0D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BB2E19-7FBA-05B3-55A6-CC80EB50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8F288B-9B57-950F-5A41-64C28715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31D3A-55F5-4B6F-8ECE-781409401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55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C2CFD-E6CB-FFD5-C4FC-69A5DEF79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69827AC-9C8E-3739-94D7-3E479E90E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02B80F9-1EE8-FCD8-0C41-B96C1FF6C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C017C6-A95F-6CF1-9A4F-03BCB7F5D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58AB-50B4-418F-98AC-A2B65AA7A0D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1491DB-D9F8-1F26-95B9-1ABD9395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0CB4C1-7788-4CC1-739D-8C018113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31D3A-55F5-4B6F-8ECE-781409401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53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FC589-737D-2DC6-53F6-FE7835A7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9E637C-97F4-7522-212C-ADDE75BFD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2AA86F-BC4A-5A77-E6EE-3CC62920E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58AB-50B4-418F-98AC-A2B65AA7A0D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653412-F009-550A-21F4-93EE8813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C2DB68-19AD-1ECB-612E-DE62939A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31D3A-55F5-4B6F-8ECE-781409401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81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3F95DBA-FDC4-E78A-3F96-9CD01D761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943A08-0A3D-177A-F750-0349C5E88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C31131-81D6-6BD5-1068-7904533B6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58AB-50B4-418F-98AC-A2B65AA7A0D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64117F-F5E9-D949-C851-55E7FB18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C379BE-46B5-C99A-2755-9A7C8424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31D3A-55F5-4B6F-8ECE-781409401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713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67268-0F94-A185-F273-4D48C7476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937DFC-03E2-76E0-EB4F-D12E95FFF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002812-6D4E-E744-8E18-07E166750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B58AB-50B4-418F-98AC-A2B65AA7A0D4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80B7C2-64B8-CB12-5C0F-B7ED8DB82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D04347-25CC-C388-621D-C62944C49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31D3A-55F5-4B6F-8ECE-781409401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47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F2EE3-D5B1-1ABB-1292-CE657A13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Проект «сайт с тестами на аутизм»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B860FD-F967-C4D7-8CDE-FB5E309B9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Выполнил Тушин Иван ИИ-72</a:t>
            </a:r>
          </a:p>
        </p:txBody>
      </p:sp>
      <p:sp>
        <p:nvSpPr>
          <p:cNvPr id="9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30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45E17-27D5-D677-B43C-FC7E6BB86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574" y="159970"/>
            <a:ext cx="5787851" cy="13053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ru-RU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Мой </a:t>
            </a:r>
            <a:r>
              <a:rPr lang="ru-RU" sz="8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гитхаб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8FF74CB-F376-EECF-5DA6-B00FAB2B2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79" y="1465309"/>
            <a:ext cx="5309037" cy="530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95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A816D-AA14-CB00-9848-339F5A702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Проблема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483A7A97-E036-AEB6-8984-3F91AB3BE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Многие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люди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даже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не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подозревают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о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том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что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у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них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может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быть</a:t>
            </a: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4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3363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28</Words>
  <Application>Microsoft Office PowerPoint</Application>
  <PresentationFormat>Широкоэкранный</PresentationFormat>
  <Paragraphs>5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Тема Office</vt:lpstr>
      <vt:lpstr>Проект «сайт с тестами на аутизм»</vt:lpstr>
      <vt:lpstr>Мой гитхаб</vt:lpstr>
      <vt:lpstr>Проблема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UnicumStudent</dc:creator>
  <cp:lastModifiedBy>UnicumStudent</cp:lastModifiedBy>
  <cp:revision>1</cp:revision>
  <dcterms:created xsi:type="dcterms:W3CDTF">2026-04-23T09:22:56Z</dcterms:created>
  <dcterms:modified xsi:type="dcterms:W3CDTF">2026-04-23T09:43:49Z</dcterms:modified>
</cp:coreProperties>
</file>